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79CFB-DD62-44F9-886F-76D3D2F2E141}" v="704" dt="2026-05-20T11:06:46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7" autoAdjust="0"/>
    <p:restoredTop sz="94660"/>
  </p:normalViewPr>
  <p:slideViewPr>
    <p:cSldViewPr>
      <p:cViewPr varScale="1">
        <p:scale>
          <a:sx n="93" d="100"/>
          <a:sy n="93" d="100"/>
        </p:scale>
        <p:origin x="90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73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75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3152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8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0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9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219385-CEEC-20A5-C72F-B13448DE6E0F}"/>
              </a:ext>
            </a:extLst>
          </p:cNvPr>
          <p:cNvSpPr/>
          <p:nvPr/>
        </p:nvSpPr>
        <p:spPr>
          <a:xfrm>
            <a:off x="0" y="-12003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0997" y="-2673001"/>
            <a:ext cx="6870003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4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57856" y="-2666214"/>
            <a:ext cx="6876288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6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33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6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98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9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66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5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4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4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71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0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330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9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101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8119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3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7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639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0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1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46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6550152" cy="4489704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600" y="1801367"/>
            <a:ext cx="3718561" cy="44897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289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54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53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64922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8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98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4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3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86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9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912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04E38F-46D8-838A-C636-0958E5B36C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313433"/>
            <a:ext cx="5165725" cy="4000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8F84C8F-5A53-198D-2CB3-A78F006C4D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313430"/>
            <a:ext cx="5165725" cy="4000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8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98999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708347-B003-2458-75EC-D8317FBF02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794000"/>
            <a:ext cx="5165725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9899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F3E993C-0A55-1F54-C280-76AF30E5377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794000"/>
            <a:ext cx="5166360" cy="35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37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31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38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542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33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3AEEF7F6-ECFE-4473-B3E9-C91BE8339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9377-9F78-1004-B032-B8BCF9955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6914949" cy="1680171"/>
          </a:xfrm>
        </p:spPr>
        <p:txBody>
          <a:bodyPr>
            <a:normAutofit/>
          </a:bodyPr>
          <a:lstStyle/>
          <a:p>
            <a:br>
              <a:rPr lang="en-US">
                <a:gradFill>
                  <a:gsLst>
                    <a:gs pos="0">
                      <a:srgbClr val="25AAD5"/>
                    </a:gs>
                    <a:gs pos="100000">
                      <a:srgbClr val="66C26C"/>
                    </a:gs>
                  </a:gsLst>
                  <a:lin ang="15600000" scaled="0"/>
                </a:gradFill>
              </a:rPr>
            </a:br>
            <a:r>
              <a:rPr lang="en-US">
                <a:solidFill>
                  <a:schemeClr val="accent2"/>
                </a:solidFill>
              </a:rPr>
              <a:t>Rock Paper scissors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45E89-D758-BE9B-4CAF-2870780A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71" y="1950318"/>
            <a:ext cx="5636559" cy="3370143"/>
          </a:xfrm>
        </p:spPr>
        <p:txBody>
          <a:bodyPr>
            <a:normAutofit fontScale="70000" lnSpcReduction="20000"/>
          </a:bodyPr>
          <a:lstStyle/>
          <a:p>
            <a:r>
              <a:rPr lang="en-US" sz="5400"/>
              <a:t>Mini Project </a:t>
            </a:r>
            <a:r>
              <a:rPr lang="en-US" sz="5400">
                <a:ea typeface="+mn-lt"/>
                <a:cs typeface="+mn-lt"/>
              </a:rPr>
              <a:t>Presentation</a:t>
            </a:r>
          </a:p>
          <a:p>
            <a:r>
              <a:rPr lang="en-US" sz="5400">
                <a:ea typeface="+mn-lt"/>
                <a:cs typeface="+mn-lt"/>
              </a:rPr>
              <a:t>Game project</a:t>
            </a:r>
          </a:p>
          <a:p>
            <a:endParaRPr lang="en-US" sz="6000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`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D8141-00E1-6114-BD8A-0F77C03A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889" y="1343277"/>
            <a:ext cx="4797592" cy="458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6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49ED-30FC-7CC2-2317-2CC77B46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73CA-C0E7-1B89-B3CE-5B3FC6E53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0950" y="502920"/>
            <a:ext cx="8341483" cy="92703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2"/>
                </a:solidFill>
                <a:ea typeface="+mj-lt"/>
                <a:cs typeface="+mj-lt"/>
              </a:rPr>
              <a:t>Libraries Used in the Project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FED47-9F1D-08ED-3483-6D77B1A93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764" y="1418691"/>
            <a:ext cx="6584629" cy="434479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🌐 </a:t>
            </a:r>
            <a:r>
              <a:rPr lang="en-US" sz="1800" b="1">
                <a:ea typeface="+mn-lt"/>
                <a:cs typeface="+mn-lt"/>
              </a:rPr>
              <a:t>Flask</a:t>
            </a:r>
            <a:br>
              <a:rPr lang="en-US" sz="1800" b="1">
                <a:ea typeface="+mn-lt"/>
                <a:cs typeface="+mn-lt"/>
              </a:rPr>
            </a:br>
            <a:r>
              <a:rPr lang="en-US" sz="1800" b="1">
                <a:ea typeface="+mn-lt"/>
                <a:cs typeface="+mn-lt"/>
              </a:rPr>
              <a:t> → Used to create and run the web application</a:t>
            </a:r>
            <a:endParaRPr lang="en-US" b="1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🖥️ </a:t>
            </a:r>
            <a:r>
              <a:rPr lang="en-US" sz="1800" b="1">
                <a:ea typeface="+mn-lt"/>
                <a:cs typeface="+mn-lt"/>
              </a:rPr>
              <a:t>render_template_string (Flask)</a:t>
            </a:r>
            <a:br>
              <a:rPr lang="en-US" sz="1800" b="1">
                <a:ea typeface="+mn-lt"/>
                <a:cs typeface="+mn-lt"/>
              </a:rPr>
            </a:br>
            <a:r>
              <a:rPr lang="en-US" sz="1800" b="1">
                <a:ea typeface="+mn-lt"/>
                <a:cs typeface="+mn-lt"/>
              </a:rPr>
              <a:t> → Renders HTML directly from Python code</a:t>
            </a:r>
            <a:endParaRPr lang="en-US" b="1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📥 </a:t>
            </a:r>
            <a:r>
              <a:rPr lang="en-US" sz="1800" b="1">
                <a:ea typeface="+mn-lt"/>
                <a:cs typeface="+mn-lt"/>
              </a:rPr>
              <a:t>request</a:t>
            </a:r>
            <a:br>
              <a:rPr lang="en-US" sz="1800" b="1">
                <a:ea typeface="+mn-lt"/>
                <a:cs typeface="+mn-lt"/>
              </a:rPr>
            </a:br>
            <a:r>
              <a:rPr lang="en-US" sz="1800" b="1">
                <a:ea typeface="+mn-lt"/>
                <a:cs typeface="+mn-lt"/>
              </a:rPr>
              <a:t> → Handles user input from the browser</a:t>
            </a:r>
            <a:endParaRPr lang="en-US" b="1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✊✋✌️ </a:t>
            </a:r>
            <a:r>
              <a:rPr lang="en-US" sz="1800" b="1">
                <a:ea typeface="+mn-lt"/>
                <a:cs typeface="+mn-lt"/>
              </a:rPr>
              <a:t>random</a:t>
            </a:r>
            <a:br>
              <a:rPr lang="en-US" sz="1800" b="1">
                <a:ea typeface="+mn-lt"/>
                <a:cs typeface="+mn-lt"/>
              </a:rPr>
            </a:br>
            <a:r>
              <a:rPr lang="en-US" sz="1800" b="1">
                <a:ea typeface="+mn-lt"/>
                <a:cs typeface="+mn-lt"/>
              </a:rPr>
              <a:t> → Generates random computer choices (rock, paper, scissors)</a:t>
            </a:r>
            <a:endParaRPr lang="en-US"/>
          </a:p>
          <a:p>
            <a:endParaRPr lang="en-US" sz="18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504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7414-6BB6-4B2F-ED47-6268671E0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305" y="838200"/>
            <a:ext cx="4537671" cy="68138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Project </a:t>
            </a:r>
            <a:r>
              <a:rPr lang="en-US">
                <a:solidFill>
                  <a:schemeClr val="accent2"/>
                </a:solidFill>
              </a:rPr>
              <a:t>Overview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99988-0C1E-C4B6-54B5-87EA8F470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911" y="2104402"/>
            <a:ext cx="7234750" cy="33418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Rock Paper Scissors is a simple web-based game built using </a:t>
            </a:r>
            <a:r>
              <a:rPr lang="en-US" sz="1800" b="1">
                <a:ea typeface="+mn-lt"/>
                <a:cs typeface="+mn-lt"/>
              </a:rPr>
              <a:t>Flask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User plays against the </a:t>
            </a:r>
            <a:r>
              <a:rPr lang="en-US" sz="1800" b="1">
                <a:ea typeface="+mn-lt"/>
                <a:cs typeface="+mn-lt"/>
              </a:rPr>
              <a:t>computer</a:t>
            </a:r>
            <a:r>
              <a:rPr lang="en-US" sz="1800">
                <a:ea typeface="+mn-lt"/>
                <a:cs typeface="+mn-lt"/>
              </a:rPr>
              <a:t> by choosing Rock, Paper, or Scissors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Computer makes a </a:t>
            </a:r>
            <a:r>
              <a:rPr lang="en-US" sz="1800" b="1">
                <a:ea typeface="+mn-lt"/>
                <a:cs typeface="+mn-lt"/>
              </a:rPr>
              <a:t>random choice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Winner is decided using standard game rules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Helps to understand </a:t>
            </a:r>
            <a:r>
              <a:rPr lang="en-US" sz="1800" b="1">
                <a:ea typeface="+mn-lt"/>
                <a:cs typeface="+mn-lt"/>
              </a:rPr>
              <a:t>basic web development and Python logic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095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CF06-EE0A-DF52-C0A8-7AE660C4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85" y="457200"/>
            <a:ext cx="10626675" cy="7315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Appli</a:t>
            </a:r>
            <a:r>
              <a:rPr lang="en-US" b="1">
                <a:solidFill>
                  <a:schemeClr val="accent2"/>
                </a:solidFill>
              </a:rPr>
              <a:t>cation Setup: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0323D8-9F45-5344-1F4C-81BC91D4E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246" y="1182560"/>
            <a:ext cx="9707084" cy="1966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9A2271-08C0-1380-3389-2086373E6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97" y="3134610"/>
            <a:ext cx="9705313" cy="255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8D0A-442D-8754-F4B2-20C72F40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741" y="457200"/>
            <a:ext cx="10706419" cy="73152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Game Logic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3E2EC-E52C-6A0F-5FD2-548E457D3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097" y="1183223"/>
            <a:ext cx="9581263" cy="3028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70546-EF82-8DAB-9941-B7EF4A372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69" y="4205398"/>
            <a:ext cx="9591454" cy="250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9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B643-1D15-948D-0088-958EFFDA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Output for Code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C47761-4F40-B5C0-D9DE-0C8661BB5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809" y="1362455"/>
            <a:ext cx="9548505" cy="49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3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E963-6084-C7E6-CFAB-7198E36B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624" y="457200"/>
            <a:ext cx="9492536" cy="731520"/>
          </a:xfrm>
        </p:spPr>
        <p:txBody>
          <a:bodyPr>
            <a:normAutofit/>
          </a:bodyPr>
          <a:lstStyle/>
          <a:p>
            <a:r>
              <a:rPr lang="en-US" i="1" u="sng">
                <a:solidFill>
                  <a:schemeClr val="tx1"/>
                </a:solidFill>
              </a:rPr>
              <a:t>LEARNING OUTCOMES FROM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04E5-D7A2-18EA-CFD8-E834E620D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927" y="1849780"/>
            <a:ext cx="6267327" cy="42560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Learned basics of Flask web development and creating a web application </a:t>
            </a:r>
          </a:p>
          <a:p>
            <a:r>
              <a:rPr lang="en-US" sz="1800">
                <a:ea typeface="+mn-lt"/>
                <a:cs typeface="+mn-lt"/>
              </a:rPr>
              <a:t>Understood handling user input and implementing game logic using Python 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Gained experience in using random module and building an interactive project 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Improved problem-solving and debugging skills while developing the project </a:t>
            </a:r>
            <a:endParaRPr lang="en-US"/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5556A-F5CC-AD40-B88B-2B6FA42607E6}"/>
              </a:ext>
            </a:extLst>
          </p:cNvPr>
          <p:cNvSpPr txBox="1"/>
          <p:nvPr/>
        </p:nvSpPr>
        <p:spPr>
          <a:xfrm>
            <a:off x="7380767" y="3429000"/>
            <a:ext cx="364165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/>
              <a:t>  PROJECT BY:</a:t>
            </a:r>
            <a:endParaRPr lang="en-US"/>
          </a:p>
          <a:p>
            <a:pPr algn="just"/>
            <a:r>
              <a:rPr lang="en-US" b="1" dirty="0"/>
              <a:t>                             </a:t>
            </a:r>
            <a:r>
              <a:rPr lang="en-US" b="1"/>
              <a:t>N. Ramya</a:t>
            </a:r>
            <a:r>
              <a:rPr lang="en-US" b="1" dirty="0"/>
              <a:t> Sruthi</a:t>
            </a:r>
          </a:p>
          <a:p>
            <a:pPr algn="just"/>
            <a:r>
              <a:rPr lang="en-US" b="1"/>
              <a:t>                              Section-4</a:t>
            </a:r>
          </a:p>
          <a:p>
            <a:pPr algn="just"/>
            <a:r>
              <a:rPr lang="en-US" b="1" dirty="0"/>
              <a:t>                               </a:t>
            </a:r>
            <a:r>
              <a:rPr lang="en-US" b="1"/>
              <a:t>CSD/2025/1407</a:t>
            </a:r>
          </a:p>
        </p:txBody>
      </p:sp>
    </p:spTree>
    <p:extLst>
      <p:ext uri="{BB962C8B-B14F-4D97-AF65-F5344CB8AC3E}">
        <p14:creationId xmlns:p14="http://schemas.microsoft.com/office/powerpoint/2010/main" val="6621037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765D7D-D5CE-4522-8099-745D903F48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75CE36B-7578-4CD8-A1EE-AB0D9EA3EA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45BFBA-5402-4A2B-A3EF-0CBC5F583F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Chroma</Template>
  <TotalTime>0</TotalTime>
  <Words>4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Chroma</vt:lpstr>
      <vt:lpstr> Rock Paper scissors</vt:lpstr>
      <vt:lpstr>Libraries Used in the Project</vt:lpstr>
      <vt:lpstr>Project Overview</vt:lpstr>
      <vt:lpstr>Application Setup:</vt:lpstr>
      <vt:lpstr>Game Logic</vt:lpstr>
      <vt:lpstr>Output for Code</vt:lpstr>
      <vt:lpstr>LEARNING OUTCOMES FROM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321</cp:revision>
  <dcterms:created xsi:type="dcterms:W3CDTF">2026-05-20T08:51:23Z</dcterms:created>
  <dcterms:modified xsi:type="dcterms:W3CDTF">2026-05-20T11:41:01Z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